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Buongiorno, sono Simone Lazzari di B-Chainers Labs, il laboratorio blockchain della cooperativa DreamNet. Vi presento DWC: il welfare della nostra cooperativa, con le regole scritte su Avalanche. Un'idea semplice: la persona scrive cosa vuole, un assistente AI la trasforma in un'operazione verificabile sulla catena.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DreamNet è una cooperativa vera, con un piano welfare vero: ogni membro matura dei crediti, i DWC, che valgono un euro di potere d'acquisto e si spendono in un catalogo di benefit: buoni pasto, visite mediche, soggiorni. Oggi tutto questo vive in fogli Excel ed email: saldi aggiornati a mano, limiti controllati a memoria, e nessuno può verificare che le regole siano applicate a tutti allo stesso modo.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soluzione in una frase: le regole del regolamento welfare diventano smart contract su Avalanche. Sono tre. Il token è a circuito chiuso: si scambia solo tra membri, non può uscire, e scade sei mesi dopo l'uscita dalla cooperativa. Il regolamento è a versioni immutabili: marzo 2026 e luglio 2026; cambiare le regole significa pubblicare una nuova versione. Il marketplace gestisce servizi a prezzo fisso e su preventivo, e tiene i DWC in custodia finché il fornitore conferma l'erogazione.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entra l'AI, ed è il cuore della track: from intent to onchain action. La persona scrive «vorrei 30 euro di buoni pasto». L'assistente, che è Claude, legge le regole direttamente dalla catena, prepara l'operazione giusta e la simula sul contratto, senza eseguire nulla. Se il contratto la rifiuterebbe, spiega perché in parole semplici: «hai già usato 30 dei 50 DWC di questo mese», e propone un'alternativa. Se passa, compare il pulsante «Conferma e firma». L'AI non firma mai: firma sempre la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questo senza attrito. Si entra con l'email: il portafoglio, non custodiale, viene creato dietro le quinte. I costi di rete li paga la cooperativa: il membro non vede mai AVAX né commissioni. E la privacy: sulla catena non c'è nessun dato personale, solo indirizzi. La rubrica che collega nomi e indirizzi vive fuori, nei sistemi della cooperativa.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cosa vedrete nella demo, con tre persone di prova. Uno: l'accredito annuale, calcolato dal regolamento in vigore. Due: buoni Edenred oltre il tetto mensile, rifiutati dal contratto e spiegati dall'AI. Tre: un weekend su preventivo: richiesta, prezzo, accettazione, erogazione, con i DWC bruciati alla fine. Quattro: uno scambio tra colleghi, e un tentativo verso un estraneo che il contratto blocca. Ogni passo ha la sua prova sull'explorer di Fuji.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Avalanche è essenziale e non decorativa: le regole SONO il contratto. Circuito chiuso e scadenza a sei mesi li applica il codice, non un amministratore, e l'AI non può promettere ciò che il contratto rifiuterebbe. Perché è pronto per mainnet: il circuito chiuso significa niente mercato secondario, l'emissione avviene solo con un ruolo autorizzato, non ci sono dati personali, e ci sono 23 test automatici. Prossimi passi: una rete Avalanche dedicata, una L1, per il network della cooperativa, e saldi cifrati con eERC.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codice è pubblico su GitHub, i contratti sono su Fuji. Grazie: adesso vi faccio vedere la demo dal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imoneLazzari-DN/dwc-avalanch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TEAM1 HACKATHON · BLOCKCHAIN BEACH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144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84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DWC</a:t>
            </a:r>
            <a:endParaRPr lang="en-US" sz="8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welfare della cooperativa,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le regole su Avalanche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B-Chainers Labs · Simone Lazzari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AI x Avalanche for real-world utility · Pescara, 19 settembre 2026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806440" y="86868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89320" y="9784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SCRIVE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989320" y="121615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«Vorrei 30 € di buoni pasto»</a:t>
            </a:r>
            <a:endParaRPr lang="en-US" sz="15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2028" y="1920240"/>
            <a:ext cx="237744" cy="2377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989320" y="2258568"/>
            <a:ext cx="566928" cy="566928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2391" y="2411639"/>
            <a:ext cx="260787" cy="26078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93408" y="2286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AI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693408" y="25420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capisce, prepara, simula</a:t>
            </a:r>
            <a:endParaRPr lang="en-US" sz="11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2028" y="2926080"/>
            <a:ext cx="237744" cy="23774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806440" y="3264408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989320" y="337413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9B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AVALANCHE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5989320" y="359359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Un'operazione verificabile, firmata dalla persona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27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DWC · B-Chainers Labs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274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 E L'UTENTE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welfare vero, gestito con Excel ed email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DreamNet è una cooperativa vera, con un piano welfare vero: i DWC.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4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DWC = 1 €</a:t>
            </a:r>
            <a:endParaRPr lang="en-US" sz="38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474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valore d'acquisto, da spendere in buoni pasto, visite mediche, soggiorni, biglietti.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0" y="160020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54880" y="1773936"/>
            <a:ext cx="475488" cy="475488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3262" y="1902318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13248" y="167335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Saldi tenuti a mano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4572000" y="256032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754880" y="2734056"/>
            <a:ext cx="475488" cy="475488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262" y="2862438"/>
            <a:ext cx="218724" cy="2187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413248" y="26334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 del catalogo controllati a memoria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4572000" y="3520440"/>
            <a:ext cx="4023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54880" y="3694176"/>
            <a:ext cx="475488" cy="475488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262" y="3822558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13248" y="359359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 può verificare che le regole valgano per tutti allo stesso modo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27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DWC · B-Chainers Labs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274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regole del welfare diventano il contratto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smart contract su Avalanche: stesse regole per tutti, verificabili da chiunque.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560320" cy="26517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2057400"/>
            <a:ext cx="502920" cy="502920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96" y="2193188"/>
            <a:ext cx="231343" cy="23134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" y="2670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 circuito chiuso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749808" y="29443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DWCToken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49808" y="32461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scambia solo tra membri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 uscire dal network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Scade 6 mesi dopo l'uscita dalla coop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291840" y="1874520"/>
            <a:ext cx="2560320" cy="26517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93008" y="2057400"/>
            <a:ext cx="502920" cy="502920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796" y="219318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493008" y="2670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Regolamento a versioni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3493008" y="29443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WelfareRules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3493008" y="32461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 immutabili: marzo 2026 → luglio 2026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accredito ricorda la versione con cui è stato calcolato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035040" y="1874520"/>
            <a:ext cx="2560320" cy="26517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36208" y="2057400"/>
            <a:ext cx="502920" cy="502920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996" y="2193188"/>
            <a:ext cx="231343" cy="23134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236208" y="2670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dei benefit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6236208" y="29443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WelfareMarketplace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6236208" y="32461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fisso e su preventivo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DWC in custodia finché il fornitore conferma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Tetti e limiti applicati dal contratto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27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DWC · B-Chainers Labs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274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L'AI · FROM INTENT TO ONCHAIN ACTION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Dalle parole all'operazione sulla catena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1609344"/>
            <a:ext cx="384048" cy="384048"/>
          </a:xfrm>
          <a:prstGeom prst="ellipse">
            <a:avLst/>
          </a:prstGeom>
          <a:solidFill>
            <a:srgbClr val="E84142"/>
          </a:solidFill>
          <a:ln>
            <a:solidFill>
              <a:srgbClr val="E841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5544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scrive cosa vuole, in parole sue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221992"/>
            <a:ext cx="384048" cy="384048"/>
          </a:xfrm>
          <a:prstGeom prst="ellipse">
            <a:avLst/>
          </a:prstGeom>
          <a:solidFill>
            <a:srgbClr val="E84142"/>
          </a:solidFill>
          <a:ln>
            <a:solidFill>
              <a:srgbClr val="E841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21671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legge le regole dalla catena e prepara l'operazione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E84142"/>
          </a:solidFill>
          <a:ln>
            <a:solidFill>
              <a:srgbClr val="E841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277977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 sul contratto: non esegue nulla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" y="3447288"/>
            <a:ext cx="384048" cy="384048"/>
          </a:xfrm>
          <a:prstGeom prst="ellipse">
            <a:avLst/>
          </a:prstGeom>
          <a:solidFill>
            <a:srgbClr val="E84142"/>
          </a:solidFill>
          <a:ln>
            <a:solidFill>
              <a:srgbClr val="E841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3392424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 l'eventuale rifiuto, oppure propone «Conferma e firma»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846320" y="1508760"/>
            <a:ext cx="3749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1609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1847088"/>
            <a:ext cx="2240280" cy="384048"/>
          </a:xfrm>
          <a:prstGeom prst="roundRect">
            <a:avLst>
              <a:gd name="adj" fmla="val 28571"/>
            </a:avLst>
          </a:prstGeom>
          <a:solidFill>
            <a:srgbClr val="1C1B19"/>
          </a:solidFill>
          <a:ln>
            <a:solidFill>
              <a:srgbClr val="1C1B1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Vorrei 30 € di buoni pasto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0" y="2359152"/>
            <a:ext cx="3017520" cy="713232"/>
          </a:xfrm>
          <a:prstGeom prst="roundRect">
            <a:avLst>
              <a:gd name="adj" fmla="val 15385"/>
            </a:avLst>
          </a:prstGeom>
          <a:solidFill>
            <a:srgbClr val="EFECE4"/>
          </a:solidFill>
          <a:ln w="12700">
            <a:solidFill>
              <a:srgbClr val="EFECE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93792" y="235915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già usato 30 dei 50 DWC di questo mese. Ne ho preparati 20: confermi?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029200" y="3246120"/>
            <a:ext cx="1737360" cy="457200"/>
          </a:xfrm>
          <a:prstGeom prst="roundRect">
            <a:avLst>
              <a:gd name="adj" fmla="val 40000"/>
            </a:avLst>
          </a:prstGeom>
          <a:solidFill>
            <a:srgbClr val="E84142"/>
          </a:solidFill>
          <a:ln>
            <a:solidFill>
              <a:srgbClr val="E841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Conferma e firma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32461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firma la persona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47388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188720" y="411480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L'AI non firma mai. </a:t>
            </a:r>
            <a:pPr indent="0" marL="0">
              <a:buNone/>
            </a:pPr>
            <a:r>
              <a:rPr lang="en-US" sz="1500" dirty="0">
                <a:solidFill>
                  <a:srgbClr val="E9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la persona, dal suo portafoglio.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27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DWC · B-Chainers Labs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274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ATTRITO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 usa come una normale app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9808" y="1737360"/>
            <a:ext cx="502920" cy="502920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596" y="1873148"/>
            <a:ext cx="231343" cy="2313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49808" y="2359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con l'email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749808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frase segreta da custodire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291840" y="155448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93008" y="1737360"/>
            <a:ext cx="502920" cy="502920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796" y="1873148"/>
            <a:ext cx="231343" cy="231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93008" y="2359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Portafoglio dietro le quinte</a:t>
            </a:r>
            <a:endParaRPr lang="en-US" sz="1450" dirty="0"/>
          </a:p>
        </p:txBody>
      </p:sp>
      <p:sp>
        <p:nvSpPr>
          <p:cNvPr id="16" name="Text 11"/>
          <p:cNvSpPr txBox="1"/>
          <p:nvPr/>
        </p:nvSpPr>
        <p:spPr>
          <a:xfrm>
            <a:off x="3493008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custodiale, creato in automatico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035040" y="155448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36208" y="1737360"/>
            <a:ext cx="502920" cy="502920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996" y="1873148"/>
            <a:ext cx="231343" cy="23134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36208" y="2359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di rete: paga la coop</a:t>
            </a:r>
            <a:endParaRPr lang="en-US" sz="1450" dirty="0"/>
          </a:p>
        </p:txBody>
      </p:sp>
      <p:sp>
        <p:nvSpPr>
          <p:cNvPr id="21" name="Text 15"/>
          <p:cNvSpPr txBox="1"/>
          <p:nvPr/>
        </p:nvSpPr>
        <p:spPr>
          <a:xfrm>
            <a:off x="6236208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membro non vede mai AVAX né commissioni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48640" y="3474720"/>
            <a:ext cx="8046720" cy="1005840"/>
          </a:xfrm>
          <a:prstGeom prst="roundRect">
            <a:avLst>
              <a:gd name="adj" fmla="val 7273"/>
            </a:avLst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77240" y="3712464"/>
            <a:ext cx="530352" cy="530352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435" y="3855659"/>
            <a:ext cx="243962" cy="24396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36192" y="36118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dato personale sulla catena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1536192" y="3977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indirizzi. La rubrica dei nomi vive fuori, nei sistemi della cooperativa.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27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DWC · B-Chainers Labs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274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vedrete tra poco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459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Accredito annuale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898648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Calcolato dal regolamento in vigore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606040" y="15544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88920" y="16459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2788920" y="2331720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cappello, dal vivo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788920" y="2898648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collega lo chiede all'assistente dal suo telefono, conferma e firma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663440" y="15544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16459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4846320" y="2331720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Consegna confermata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2898648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banco conferma: i DWC in custodia vengono bruciati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720840" y="1554480"/>
            <a:ext cx="1874520" cy="22402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03720" y="16459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2331720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Oltre il tetto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2898648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80 € di buoni pasto: il contratto rifiuterebbe, l'AI spiega e propone 50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133088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188720" y="397764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passo ha la sua prova </a:t>
            </a:r>
            <a:pPr indent="0" marL="0">
              <a:buNone/>
            </a:pPr>
            <a:r>
              <a:rPr lang="en-US" sz="14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sull'explorer di Fuji, la rete di prova di Avalanche.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27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DWC · B-Chainers Labs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274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AVALANCHE · PRONTO PER MAINNET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Avalanche è essenziale, non decorativa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664208"/>
            <a:ext cx="420624" cy="420624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088" y="1777776"/>
            <a:ext cx="193487" cy="1934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16642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è essenziale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21284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 SONO il contratto: ognuno può verificare il proprio accredito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 chiuso e scadenza applicati dal codice, non da un amministratore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L'AI non può promettere ciò che il contratto rifiuterebbe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663440" y="150876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46320" y="1664208"/>
            <a:ext cx="420624" cy="420624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888" y="1777776"/>
            <a:ext cx="193487" cy="19348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94960" y="16642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per mainnet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21284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 chiuso = niente mercato secondario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Emissione solo con ruolo autorizzato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dato personale sulla catena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test automatici sui tre contratti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48640" y="3767328"/>
            <a:ext cx="8046720" cy="804672"/>
          </a:xfrm>
          <a:prstGeom prst="roundRect">
            <a:avLst>
              <a:gd name="adj" fmla="val 9091"/>
            </a:avLst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3767328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B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PROSSIMI PASSI</a:t>
            </a:r>
            <a:endParaRPr lang="en-US" sz="10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280" y="4050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2606040" y="376732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Avalanche dedicata (L1)</a:t>
            </a:r>
            <a:pPr indent="0" marL="0">
              <a:buNone/>
            </a:pPr>
            <a:r>
              <a:rPr lang="en-US" sz="1300" dirty="0">
                <a:solidFill>
                  <a:srgbClr val="E9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il network della cooperativa</a:t>
            </a:r>
            <a:endParaRPr lang="en-US" sz="13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4050792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00800" y="3767328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Saldi cifrati</a:t>
            </a:r>
            <a:pPr indent="0" marL="0">
              <a:buNone/>
            </a:pPr>
            <a:r>
              <a:rPr lang="en-US" sz="1300" dirty="0">
                <a:solidFill>
                  <a:srgbClr val="E9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eERC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27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DWC · B-Chainers Labs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47274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GRAZIE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Ora la demo dal vivo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769364"/>
            <a:ext cx="210312" cy="2103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61288" y="16276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PUBBLICO</a:t>
            </a:r>
            <a:endParaRPr lang="en-US" sz="900" dirty="0"/>
          </a:p>
        </p:txBody>
      </p:sp>
      <p:sp>
        <p:nvSpPr>
          <p:cNvPr id="10" name="Text 6">
            <a:hlinkClick r:id="rId2" tooltip=""/>
          </p:cNvPr>
          <p:cNvSpPr txBox="1"/>
          <p:nvPr/>
        </p:nvSpPr>
        <p:spPr>
          <a:xfrm>
            <a:off x="1161288" y="18470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github.com/SimoneLazzari-DN/dwc-avalanche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E84142"/>
          </a:solidFill>
          <a:ln w="12700">
            <a:solidFill>
              <a:srgbClr val="E8414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" y="2820924"/>
            <a:ext cx="210312" cy="21031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61288" y="267919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CONTATTI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61288" y="2880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B-Chainers Labs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DreamNet Soc. Coop.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1161288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Simone Lazzari · www.dream-net.it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4572000" y="155448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E2DED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800600" y="17190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CONTRATTI SU FUJI · C-CHAIN · CHAIN ID 43113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800600" y="210312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DWCToken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4800600" y="23591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0xD27985aAC8FB91c0d6a73d329bDCe0707Df0A81C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4800600" y="28346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WelfareRules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4800600" y="30906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0x25b80Ef7C77FD7C9812Da69DD4271612b5fb642a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4800600" y="356616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1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WelfareMarketplace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4800600" y="382219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0x6D7F0f1dB66B299057542ee89E1ddB22E24746d9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DWC — il welfare della cooperativa, con le regole su Avalanche</dc:title>
  <dc:subject>PptxGenJS Presentation</dc:subject>
  <dc:creator>Simone Lazzari — B-Chainers Labs</dc:creator>
  <cp:lastModifiedBy>Simone Lazzari — B-Chainers Labs</cp:lastModifiedBy>
  <cp:revision>1</cp:revision>
  <dcterms:created xsi:type="dcterms:W3CDTF">2026-09-19T12:21:45Z</dcterms:created>
  <dcterms:modified xsi:type="dcterms:W3CDTF">2026-09-19T12:21:45Z</dcterms:modified>
</cp:coreProperties>
</file>