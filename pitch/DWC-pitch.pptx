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Buongiorno, sono Simone Lazzari di B-Chainers Labs, il laboratorio blockchain della cooperativa DreamNet. Vi presento DWC, il Dreamnet Welfare Coin: il welfare della nostra cooperativa, con le regole scritte su Avalanche. Un'idea semplice: la persona scrive cosa vuole, un assistente AI la trasforma in un'operazione verificabile sulla catena.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DreamNet è una cooperativa vera, con un piano welfare vero: ogni membro matura dei crediti, i DWC, che valgono un euro di potere d'acquisto e si spendono in un catalogo di benefit: buoni pasto, visite mediche, soggiorni. Oggi tutto questo vive in fogli Excel ed email: saldi aggiornati a mano, limiti controllati a memoria, e nessuno può verificare che le regole siano applicate a tutti allo stesso modo.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soluzione in una frase: le regole del regolamento welfare diventano smart contract su Avalanche. Sono tre. Il token è a circuito chiuso: si scambia solo tra membri e non può uscire. Il regolamento è a versioni immutabili ed è lui che emette i DWC. Il marketplace gestisce servizi a prezzo fisso e su preventivo, fa rispettare tetti e limiti, e tiene i DWC in custodia finché il fornitore conferma l'erogazione.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Primo motivo per cui serve la blockchain: i DWC si emettono da soli. La formula è quella del regolamento: credito base dei soci, più credito di ruolo, più attività extra, più bonus commerciali, più altri bonus. Il contratto guarda il profilo della persona: se è socio, che ruoli ricopre, se è part-time, da quando è entrata; conta le ore di baratto sociale, le classifiche commerciali e i bonus, e crea i DWC direttamente nel suo portafoglio. Nessun calcolo a mano, nessun foglio Excel. Un esempio vero, già su Fuji: 500 di base più 2.200 di ruoli, 2.700 DWC in una sola transazione.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Secondo motivo: le regole sono uguali per tutti, e lo garantisce la catena, non la buona volontà di qualcuno. Il regolamento è a versioni immutabili: la uno di marzo 2026, la due di luglio 2026. Per cambiare le regole se ne pubblica una nuova, quella vecchia resta lì. Ogni accredito ricorda la versione con cui è stato calcolato, e chiunque può verificarlo. Nemmeno l'amministratore può emettere fuori dalle regole senza lasciare traccia: ogni emissione è un evento pubblico, con la sua causale. E poi: circuito chiuso, quindi niente mercato secondario; scadenza a sei mesi dall'uscita applicata dal codice; DWC in custodia e bruciati alla consegna del servizio.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Terzo punto: non è un'isola. Il welfare è un modulo del gestionale DreamNet, quello con cui gestiamo risorse umane, commesse e bonus commerciali. Ruoli e ore arrivano dal gestionale; emissione e spesa dei DWC avvengono sulla catena; l'AI fa da interfaccia in linguaggio naturale. Sulla catena non c'è nessun dato personale, solo indirizzi: i nomi restano nel gestionale. Per onestà: nel prototipo di oggi i profili li carica Risorse Umane dall'app; il collegamento diretto col gestionale è il passo di produzione.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entra l'AI, ed è il cuore della track: from intent to onchain action. La persona scrive «vorrei 30 euro di buoni pasto». L'assistente, che è Claude, legge le regole direttamente dalla catena, prepara l'operazione giusta e la simula sul contratto, senza eseguire nulla. Se il contratto la rifiuterebbe, spiega perché in parole semplici: «hai già usato 30 dei 50 DWC di questo mese», e propone un'alternativa. Se passa, compare il pulsante «Conferma e firma». L'AI non firma mai: firma sempre la persona. E senza attrito: si entra con l'email, il portafoglio nasce dietro le quinte, i costi di rete li paga la cooperativa.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cosa vedrete nella demo. Uno: l'accredito annuale, calcolato dal regolamento in vigore, non da me. Due: una collega, dal suo telefono, chiede all'assistente AI il cappello di Blockchain Beach, conferma e firma. Tre: il banco conferma la consegna, e i DWC che erano in custodia vengono bruciati. Quattro: una richiesta oltre il tetto, 80 euro di buoni pasto: il contratto la rifiuterebbe, l'AI spiega il limite di 50 al mese e corregge. Ogni passo ha la sua prova sull'explorer di Fuji.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 è pubblico su GitHub, i tre contratti sono su Fuji, con 23 test automatici. È pensato per mainnet: circuito chiuso, emissione solo con un ruolo autorizzato, nessun dato personale sulla catena. Prossimi passi: una rete Avalanche dedicata, una L1, per il network della cooperativa, e saldi cifrati con eERC. Grazie: adesso vi faccio vedere la demo dal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moneLazzari-DN/dwc-avalanche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TEAM1 HACKATHON · BLOCKCHAIN BEACH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</a:t>
            </a:r>
            <a:endParaRPr lang="en-US" sz="9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Dreamnet Welfare Coin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487168"/>
            <a:ext cx="82296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651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welfare della cooperativa,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le regole su Avalanche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40416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B-Chainers Labs · Simone Lazzari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43525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Track: AI x Avalanche for real-world utility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Pescara, 19 settembre 2026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23360"/>
            <a:ext cx="1578820" cy="7315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685800"/>
            <a:ext cx="3246120" cy="3246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41148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DWC = 1 € di valore d'acquisto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48640" y="329184"/>
            <a:ext cx="50292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PROBLEMA E L'UTENTE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welfare vero, gestito con Excel ed email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554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DreamNet è una cooperativa vera, con un piano welfare vero: i DWC.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460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24912"/>
            <a:ext cx="1051560" cy="10515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965960" y="2724912"/>
            <a:ext cx="2103120" cy="1051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DWC = 1 €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38587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spendere in buoni pasto, visite mediche, soggiorni, biglietti.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572000" y="155448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754880" y="1737360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262" y="1865742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13248" y="1627632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Saldi tenuti a mano</a:t>
            </a:r>
            <a:endParaRPr lang="en-US" sz="1550" dirty="0"/>
          </a:p>
        </p:txBody>
      </p:sp>
      <p:sp>
        <p:nvSpPr>
          <p:cNvPr id="19" name="Shape 13"/>
          <p:cNvSpPr/>
          <p:nvPr/>
        </p:nvSpPr>
        <p:spPr>
          <a:xfrm>
            <a:off x="4572000" y="2551176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54880" y="2734056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262" y="2862438"/>
            <a:ext cx="218724" cy="2187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13248" y="2624328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Limiti del catalogo controllati a memoria</a:t>
            </a:r>
            <a:endParaRPr lang="en-US" sz="1550" dirty="0"/>
          </a:p>
        </p:txBody>
      </p:sp>
      <p:sp>
        <p:nvSpPr>
          <p:cNvPr id="23" name="Shape 16"/>
          <p:cNvSpPr/>
          <p:nvPr/>
        </p:nvSpPr>
        <p:spPr>
          <a:xfrm>
            <a:off x="457200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754880" y="3730752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3262" y="3859134"/>
            <a:ext cx="218724" cy="21872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413248" y="3621024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Nessuno può verificare che le regole valgano per tutti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48640" y="329184"/>
            <a:ext cx="50292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SOLUZIONE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regole del welfare diventano il contratto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3533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 smart contract su Avalanche: stesse regole per tutti, verificabili da chiunque.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1828800"/>
            <a:ext cx="2560320" cy="26060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49808" y="1993392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96" y="2129180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9808" y="26060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token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49808" y="2916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DWCToken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749808" y="3273552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Circuito chiuso: solo tra membri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può uscire dal network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3291840" y="1828800"/>
            <a:ext cx="2560320" cy="26060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3493008" y="1993392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796" y="2129180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493008" y="26060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regolamento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3493008" y="2916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WelfareRules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3493008" y="3273552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Versioni immutabili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Calcola ed emette i DWC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6035040" y="1828800"/>
            <a:ext cx="2560320" cy="26060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6208" y="1993392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996" y="2129180"/>
            <a:ext cx="231343" cy="231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236208" y="26060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catalogo benefit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6236208" y="2916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WelfareMarketplace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6236208" y="3273552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Prezzo fisso o su preventivo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Tetti e limiti applicati dal contratto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48640" y="329184"/>
            <a:ext cx="50292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IN BLOCKCHAIN ·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DWC si emettono da soli: calcola il contratto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3533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Nessun calcolo a mano, nessun foglio Excel: la formula del regolamento la applica il codice.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1828800"/>
            <a:ext cx="1389888" cy="1572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920240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Credito base soci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578608"/>
            <a:ext cx="1170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socio o non socio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38528" y="1828800"/>
            <a:ext cx="2743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2212848" y="1828800"/>
            <a:ext cx="1389888" cy="1572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322576" y="1920240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Credito ruolo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2322576" y="2578608"/>
            <a:ext cx="1170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ruoli, part-time, data di ingresso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602736" y="1828800"/>
            <a:ext cx="2743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3877056" y="1828800"/>
            <a:ext cx="1389888" cy="1572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986784" y="1920240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Attività extra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3986784" y="2578608"/>
            <a:ext cx="1170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ore di baratto sociale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266944" y="1828800"/>
            <a:ext cx="2743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541264" y="1828800"/>
            <a:ext cx="1389888" cy="1572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650992" y="1920240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Bonus commerciali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5650992" y="2578608"/>
            <a:ext cx="1170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classifiche trimestrali e annuali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931152" y="1828800"/>
            <a:ext cx="2743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205472" y="1828800"/>
            <a:ext cx="1389888" cy="1572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0" y="1920240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Altri bonus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315200" y="2578608"/>
            <a:ext cx="1170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produttività, sfide, eventi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48640" y="358444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694176"/>
            <a:ext cx="694944" cy="69494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645920" y="3657600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DWC creati (mint) dal contratto, nel portafoglio della persona</a:t>
            </a:r>
            <a:endParaRPr lang="en-US" sz="1650" dirty="0"/>
          </a:p>
        </p:txBody>
      </p:sp>
      <p:sp>
        <p:nvSpPr>
          <p:cNvPr id="33" name="Text 28"/>
          <p:cNvSpPr txBox="1"/>
          <p:nvPr/>
        </p:nvSpPr>
        <p:spPr>
          <a:xfrm>
            <a:off x="1645920" y="4041648"/>
            <a:ext cx="6812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Esempio vero su Fuji: 500 base + 2.200 ruoli = 2.700 DWC, in una sola transazione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48640" y="329184"/>
            <a:ext cx="50292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IN BLOCKCHAIN · 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Stesse regole per tutti: lo garantisce la catena</a:t>
            </a:r>
            <a:endParaRPr lang="en-US" sz="2900" dirty="0"/>
          </a:p>
        </p:txBody>
      </p:sp>
      <p:sp>
        <p:nvSpPr>
          <p:cNvPr id="10" name="Shape 6"/>
          <p:cNvSpPr/>
          <p:nvPr/>
        </p:nvSpPr>
        <p:spPr>
          <a:xfrm>
            <a:off x="548640" y="1481328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1709928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614" y="1838310"/>
            <a:ext cx="218724" cy="2187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15727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Stesse regole per tutti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353312" y="18745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calcolo lo fa il codice, uguale per ogni persona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663440" y="1481328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28032" y="1709928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414" y="18383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68112" y="15727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Versioni immutabili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5468112" y="18745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 marzo 2026 → v2 luglio 2026: per cambiare se ne pubblica una nuova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2523744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13232" y="2752344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14" y="2880726"/>
            <a:ext cx="218724" cy="21872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53312" y="26151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accredito ha memoria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1353312" y="291693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Ricorda la versione del regolamento con cui è stato calcolato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4663440" y="2523744"/>
            <a:ext cx="3931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828032" y="2752344"/>
            <a:ext cx="475488" cy="47548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414" y="2880726"/>
            <a:ext cx="218724" cy="21872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468112" y="26151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Chiunque può verificare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5468112" y="291693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Nemmeno l'amministratore emette fuori dalle regole senza lasciare traccia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48640" y="361188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777240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Circuito chiuso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398678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tra membri: non esce, niente mercato secondario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3410712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Scade a 6 mesi dall'uscita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410712" y="398678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applica il codice, non una persona</a:t>
            </a:r>
            <a:endParaRPr 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6044184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Custodia, poi bruciati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044184" y="398678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DWC spesi si bruciano alla consegna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48640" y="329184"/>
            <a:ext cx="50292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INTEGRATO E AUTOMATIZZATO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modulo del gestionale DreamNet</a:t>
            </a:r>
            <a:endParaRPr lang="en-US" sz="2900" dirty="0"/>
          </a:p>
        </p:txBody>
      </p:sp>
      <p:sp>
        <p:nvSpPr>
          <p:cNvPr id="10" name="Shape 6"/>
          <p:cNvSpPr/>
          <p:nvPr/>
        </p:nvSpPr>
        <p:spPr>
          <a:xfrm>
            <a:off x="548640" y="150876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31520" y="1673352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" y="1809140"/>
            <a:ext cx="231343" cy="23134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" y="2276856"/>
            <a:ext cx="19202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gestionale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Risorse umane, commesse, bonus commerciali: da qui arrivano ruoli e ore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3429000" y="150876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55064"/>
            <a:ext cx="548640" cy="5486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611880" y="2276856"/>
            <a:ext cx="19202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Avalanche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361188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contratti: emissione e spesa dei DWC, secondo il regolamento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09360" y="150876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92240" y="1673352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028" y="1809140"/>
            <a:ext cx="231343" cy="2313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92240" y="2276856"/>
            <a:ext cx="19202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L'assistente AI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649224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L'interfaccia: si chiede in parole semplici, anche dal telefono</a:t>
            </a:r>
            <a:endParaRPr lang="en-US" sz="125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084" y="2318004"/>
            <a:ext cx="347472" cy="347472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2318004"/>
            <a:ext cx="347472" cy="347472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365760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794760"/>
            <a:ext cx="256032" cy="256032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170432" y="365760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Nessun dato personale sulla catena: </a:t>
            </a:r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indirizzi. I nomi restano nel gestionale.</a:t>
            </a:r>
            <a:endParaRPr lang="en-US" sz="1400" dirty="0"/>
          </a:p>
        </p:txBody>
      </p:sp>
      <p:sp>
        <p:nvSpPr>
          <p:cNvPr id="29" name="Text 19"/>
          <p:cNvSpPr txBox="1"/>
          <p:nvPr/>
        </p:nvSpPr>
        <p:spPr>
          <a:xfrm>
            <a:off x="548640" y="427939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Oggi, nel prototipo: i profili li carica Risorse Umane dall'app. In produzione arrivano dal gestionale.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L'AI · FROM INTENT TO ONCHAIN ACTION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Dalle parole all'operazione sulla catena</a:t>
            </a:r>
            <a:endParaRPr lang="en-US" sz="29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48132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4813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persona scrive cosa vuole, in parole sue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206654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20665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legge le regole dalla catena e prepara l'operazione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65176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1051560" y="2651760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simula sul contratto: non esegue nulla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23697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323697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il rifiuto, oppure propone «Conferma e firma»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846320" y="1481328"/>
            <a:ext cx="3749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29200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ESEMPIO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040" y="1810512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Vorrei 30 € di buoni pasto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0" y="2304288"/>
            <a:ext cx="3154680" cy="731520"/>
          </a:xfrm>
          <a:prstGeom prst="roundRect">
            <a:avLst>
              <a:gd name="adj" fmla="val 15000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175504" y="23042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già usato 30 dei 50 DWC di questo mese. Ne ho preparati 20: confermi?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5029200" y="3182112"/>
            <a:ext cx="1783080" cy="438912"/>
          </a:xfrm>
          <a:prstGeom prst="roundRect">
            <a:avLst>
              <a:gd name="adj" fmla="val 41667"/>
            </a:avLst>
          </a:prstGeom>
          <a:solidFill>
            <a:srgbClr val="111111"/>
          </a:solidFill>
          <a:ln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Conferma e firma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318211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← firma la persona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48640" y="3931920"/>
            <a:ext cx="8046720" cy="594360"/>
          </a:xfrm>
          <a:prstGeom prst="roundRect">
            <a:avLst>
              <a:gd name="adj" fmla="val 12308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05656"/>
            <a:ext cx="246888" cy="24688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188720" y="39319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L'AI non firma mai: firma la persona. </a:t>
            </a:r>
            <a:pPr indent="0" marL="0">
              <a:buNone/>
            </a:pPr>
            <a:r>
              <a:rPr lang="en-US" sz="140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entra con l'email, i costi di rete li paga la coop.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DEMO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vedrete tra poco</a:t>
            </a:r>
            <a:endParaRPr lang="en-US" sz="2900" dirty="0"/>
          </a:p>
        </p:txBody>
      </p:sp>
      <p:sp>
        <p:nvSpPr>
          <p:cNvPr id="9" name="Shape 5"/>
          <p:cNvSpPr/>
          <p:nvPr/>
        </p:nvSpPr>
        <p:spPr>
          <a:xfrm>
            <a:off x="548640" y="1481328"/>
            <a:ext cx="1874520" cy="23317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Accredito annuale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834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Calcolato dal regolamento in vigore, non a mano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606040" y="1481328"/>
            <a:ext cx="1874520" cy="23317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889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2788920" y="22128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cappello, dal telefono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834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collega chiede all'assistente AI il cappello di Blockchain Beach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3440" y="1481328"/>
            <a:ext cx="1874520" cy="23317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463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4846320" y="22128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Consegna confermata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846320" y="2834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banco conferma: i DWC in custodia vengono bruciati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720840" y="1481328"/>
            <a:ext cx="1874520" cy="23317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9037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19"/>
          <p:cNvSpPr txBox="1"/>
          <p:nvPr/>
        </p:nvSpPr>
        <p:spPr>
          <a:xfrm>
            <a:off x="6903720" y="22128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Oltre il tetto mensile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283464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80 € di buoni pasto: l'AI spiega il limite di 50 al mese e corregge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23944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188720" y="39776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passo ha la sua prova </a:t>
            </a:r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sull'explorer di Fuji, la rete di prova di Avalanche.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268051" cy="283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4745736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 · B-Chainers Labs · DreamNet Soc. Coop.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48640" y="329184"/>
            <a:ext cx="502920" cy="41148"/>
          </a:xfrm>
          <a:prstGeom prst="rect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206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7665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la demo dal vivo</a:t>
            </a:r>
            <a:endParaRPr lang="en-US" sz="29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6192"/>
            <a:ext cx="1874849" cy="8686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B-Chainers Labs · DreamNet Soc. Coop.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8712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Simone Lazzari · www.dream-net.it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331012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CODICE PUBBLICO</a:t>
            </a:r>
            <a:endParaRPr lang="en-US" sz="900" dirty="0"/>
          </a:p>
        </p:txBody>
      </p:sp>
      <p:sp>
        <p:nvSpPr>
          <p:cNvPr id="14" name="Text 9">
            <a:hlinkClick r:id="rId3" tooltip=""/>
          </p:cNvPr>
          <p:cNvSpPr txBox="1"/>
          <p:nvPr/>
        </p:nvSpPr>
        <p:spPr>
          <a:xfrm>
            <a:off x="548640" y="3511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github.com/SimoneLazzari-DN/dwc-avalanche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572000" y="1481328"/>
            <a:ext cx="402336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00600" y="16093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5F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CONTRATTI SU FUJI · C-CHAIN · CHAIN ID 43113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800600" y="1920240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DWCToken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4800600" y="217627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0xD27985aAC8FB91c0d6a73d329bDCe0707Df0A81C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800600" y="2560320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WelfareRules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800600" y="28163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0x25b80Ef7C77FD7C9812Da69DD4271612b5fb642a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800600" y="3200400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WelfareMarketplace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4800600" y="345643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0x6D7F0f1dB66B299057542ee89E1ddB22E24746d9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48640" y="402336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77240" y="4023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0D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PROSSIMI PASSI</a:t>
            </a:r>
            <a:endParaRPr lang="en-US" sz="10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416509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56032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 Avalanche dedicata (L1)</a:t>
            </a:r>
            <a:endParaRPr lang="en-US" sz="13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4165092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Saldi cifrati con eERC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DWC — il welfare della cooperativa, con le regole su Avalanche</dc:title>
  <dc:subject>PptxGenJS Presentation</dc:subject>
  <dc:creator>Simone Lazzari — B-Chainers Labs</dc:creator>
  <cp:lastModifiedBy>Simone Lazzari — B-Chainers Labs</cp:lastModifiedBy>
  <cp:revision>1</cp:revision>
  <dcterms:created xsi:type="dcterms:W3CDTF">2026-09-19T13:17:20Z</dcterms:created>
  <dcterms:modified xsi:type="dcterms:W3CDTF">2026-09-19T13:17:20Z</dcterms:modified>
</cp:coreProperties>
</file>