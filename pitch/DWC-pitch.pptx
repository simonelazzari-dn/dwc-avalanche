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Buongiorno, sono Simone Lazzari di B-Chainers Labs, il laboratorio blockchain della cooperativa DreamNet. Vi presento DWC: il welfare della nostra cooperativa, con le regole scritte su Avalanche. Un'idea semplice: la persona scrive cosa vuole, un assistente AI la trasforma in un'operazione verificabile sulla catena.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DreamNet è una cooperativa vera, con un piano welfare vero: ogni membro matura dei crediti, i DWC, che valgono un euro di potere d'acquisto e si spendono in un catalogo di benefit: buoni pasto, visite mediche, soggiorni. Oggi tutto questo vive in fogli Excel ed email: saldi aggiornati a mano, limiti controllati a memoria, e nessuno può verificare che le regole siano applicate a tutti allo stesso modo.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soluzione in una frase: le regole del regolamento welfare diventano smart contract su Avalanche. Sono tre. Il token è a circuito chiuso: si scambia solo tra membri, non può uscire, e scade sei mesi dopo l'uscita dalla cooperativa. Il regolamento è a versioni immutabili: marzo 2026 e luglio 2026; cambiare le regole significa pubblicare una nuova versione. Il marketplace gestisce servizi a prezzo fisso e su preventivo, e tiene i DWC in custodia finché il fornitore conferma l'erogazione.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entra l'AI, ed è il cuore della track: from intent to onchain action. La persona scrive «vorrei 30 euro di buoni pasto». L'assistente, che è Claude, legge le regole direttamente dalla catena, prepara l'operazione giusta e la simula sul contratto, senza eseguire nulla. Se il contratto la rifiuterebbe, spiega perché in parole semplici: «hai già usato 30 dei 50 DWC di questo mese», e propone un'alternativa. Se passa, compare il pulsante «Conferma e firma». L'AI non firma mai: firma sempre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questo senza attrito. Si entra con l'email: il portafoglio, non custodiale, viene creato dietro le quinte. I costi di rete li paga la cooperativa: il membro non vede mai AVAX né commissioni. E la privacy: sulla catena non c'è nessun dato personale, solo indirizzi. La rubrica che collega nomi e indirizzi vive fuori, nei sistemi della cooperativa.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cosa vedrete nella demo, con tre persone di prova. Uno: l'accredito annuale, calcolato dal regolamento in vigore. Due: buoni Edenred oltre il tetto mensile, rifiutati dal contratto e spiegati dall'AI. Tre: un weekend su preventivo: richiesta, prezzo, accettazione, erogazione, con i DWC bruciati alla fine. Quattro: uno scambio tra colleghi, e un tentativo verso un estraneo che il contratto blocca. Ogni passo ha la sua prova sull'explorer di Fuji.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Perché Avalanche è essenziale e non decorativa: le regole SONO il contratto. Circuito chiuso e scadenza a sei mesi li applica il codice, non un amministratore, e l'AI non può promettere ciò che il contratto rifiuterebbe. Perché è pronto per mainnet: il circuito chiuso significa niente mercato secondario, l'emissione avviene solo con un ruolo autorizzato, non ci sono dati personali, e ci sono 23 test automatici. Prossimi passi: una rete Avalanche dedicata, una L1, per il network della cooperativa, e saldi cifrati con eERC.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codice è pubblico su GitHub, i contratti sono su Fuji. Grazie: adesso vi faccio vedere la demo dal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oneLazzari-DN/dwc-avalanche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 HACKATHON · BLOCKCHAIN BEACH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DWC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welfare della cooperativa,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le regole su Avalanche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B-Chainers Labs · Simone Lazzari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x Avalanche for real-world utility · Pescara, 19 settembre 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86868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9784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SCRIVE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161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«Vorrei 30 € di buoni pasto»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2028" y="192024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89320" y="2258568"/>
            <a:ext cx="566928" cy="566928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391" y="2411639"/>
            <a:ext cx="260787" cy="2607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93408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AI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693408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capisce, prepara, simula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92608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806440" y="3264408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1C1B19"/>
          </a:solidFill>
          <a:ln w="12700">
            <a:solidFill>
              <a:srgbClr val="1C1B19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989320" y="33741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9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AVALANCHE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989320" y="35935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Un'operazione verificabile, firmata dalla persona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E L'UTENTE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welfare vero, gestito con Excel ed email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DreamNet è una cooperativa vera, con un piano welfare vero: i DWC.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DWC = 1 €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valore d'acquisto, da spendere in buoni pasto, visite mediche, soggiorni, biglietti.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16002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773936"/>
            <a:ext cx="475488" cy="475488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262" y="1902318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13248" y="167335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Saldi tenuti a mano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457200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2734056"/>
            <a:ext cx="475488" cy="475488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262" y="2862438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13248" y="26334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del catalogo controllati a memoria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457200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3694176"/>
            <a:ext cx="475488" cy="475488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262" y="382255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13248" y="359359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può verificare che le regole valgano per tutti allo stesso modo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regole del welfare diventano il contratto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smart contract su Avalanche: stesse regole per tutti, verificabili da chiunque.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96" y="219318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 circuito chiuso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9443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DWCToken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scambia solo tra membri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può uscire dal network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 6 mesi dopo l'uscita dalla coop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291840" y="18745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93008" y="205740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796" y="219318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93008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a versioni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3493008" y="29443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WelfareRules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493008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 immutabili: marzo 2026 → luglio 2026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accredito ricorda la versione con cui è stato calcolato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187452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36208" y="205740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996" y="2193188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36208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dei benefit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236208" y="29443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WelfareMarketplace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236208" y="3246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fisso e su preventivo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in custodia finché il fornitore conferma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Tetti e limiti applicati dal contratto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· FROM INTENT TO ONCHAIN ACTION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Dalle parole all'operazione sulla catena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609344"/>
            <a:ext cx="384048" cy="384048"/>
          </a:xfrm>
          <a:prstGeom prst="ellipse">
            <a:avLst/>
          </a:prstGeom>
          <a:solidFill>
            <a:srgbClr val="E84142"/>
          </a:solidFill>
          <a:ln>
            <a:solidFill>
              <a:srgbClr val="E8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scrive cosa vuole, in parole sue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221992"/>
            <a:ext cx="384048" cy="384048"/>
          </a:xfrm>
          <a:prstGeom prst="ellipse">
            <a:avLst/>
          </a:prstGeom>
          <a:solidFill>
            <a:srgbClr val="E84142"/>
          </a:solidFill>
          <a:ln>
            <a:solidFill>
              <a:srgbClr val="E8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1671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legge le regole dalla catena e prepara l'operazione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E84142"/>
          </a:solidFill>
          <a:ln>
            <a:solidFill>
              <a:srgbClr val="E8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79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 sul contratto: non esegue nulla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84142"/>
          </a:solidFill>
          <a:ln>
            <a:solidFill>
              <a:srgbClr val="E8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 l'eventuale rifiuto, oppure propone «Conferma e firma»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46320" y="150876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1609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1847088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1C1B19"/>
          </a:solidFill>
          <a:ln>
            <a:solidFill>
              <a:srgbClr val="1C1B1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Vorrei 30 € di buoni pasto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0" y="2359152"/>
            <a:ext cx="3017520" cy="713232"/>
          </a:xfrm>
          <a:prstGeom prst="roundRect">
            <a:avLst>
              <a:gd name="adj" fmla="val 15385"/>
            </a:avLst>
          </a:prstGeom>
          <a:solidFill>
            <a:srgbClr val="EFECE4"/>
          </a:solidFill>
          <a:ln w="12700">
            <a:solidFill>
              <a:srgbClr val="EFEC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93792" y="235915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già usato 30 dei 50 DWC di questo mese. Ne ho preparati 20: confermi?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0" y="3246120"/>
            <a:ext cx="1737360" cy="457200"/>
          </a:xfrm>
          <a:prstGeom prst="roundRect">
            <a:avLst>
              <a:gd name="adj" fmla="val 40000"/>
            </a:avLst>
          </a:prstGeom>
          <a:solidFill>
            <a:srgbClr val="E84142"/>
          </a:solidFill>
          <a:ln>
            <a:solidFill>
              <a:srgbClr val="E8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e firma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firma la persona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C1B19"/>
          </a:solidFill>
          <a:ln w="12700">
            <a:solidFill>
              <a:srgbClr val="1C1B19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4738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4114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non firma mai. </a:t>
            </a:r>
            <a:pPr indent="0" marL="0">
              <a:buNone/>
            </a:pPr>
            <a:r>
              <a:rPr lang="en-US" sz="1500" dirty="0">
                <a:solidFill>
                  <a:srgbClr val="E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la persona, dal suo portafoglio.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ATTRITO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usa come una normale app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3736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96" y="187314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con l'email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frase segreta da custodire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91840" y="155448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93008" y="173736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796" y="187314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93008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dietro le quinte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3493008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custodiale, creato in automatico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035040" y="155448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36208" y="1737360"/>
            <a:ext cx="502920" cy="50292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996" y="1873148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36208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di rete: paga la coop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236208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membro non vede mai AVAX né commissioni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1C1B19"/>
          </a:solidFill>
          <a:ln w="12700">
            <a:solidFill>
              <a:srgbClr val="1C1B1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3712464"/>
            <a:ext cx="530352" cy="530352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5" y="3855659"/>
            <a:ext cx="243962" cy="24396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36192" y="36118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personale sulla catena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1536192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indirizzi. La rubrica dei nomi vive fuori, nei sistemi della cooperativa.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vedrete tra poco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Accredito annuale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9864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Calcolato dal regolamento in vigore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06040" y="15544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889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2331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Buoni Edenred oltre il tetto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788920" y="289864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Rifiutati dal contratto, spiegati dall'AI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15544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331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su preventivo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89864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→ prezzo → accettazione → erogazione, con DWC bruciati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720840" y="155448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2331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tra colleghi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2898648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il tentativo verso un estraneo: bloccato dal contratto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CE4E4"/>
          </a:solidFill>
          <a:ln w="12700">
            <a:solidFill>
              <a:srgbClr val="FCE4E4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33088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88720" y="3977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passo ha la sua prova </a:t>
            </a:r>
            <a:pPr indent="0" marL="0">
              <a:buNone/>
            </a:pPr>
            <a:r>
              <a:rPr lang="en-US" sz="14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sull'explorer di Fuji, la rete di prova di Avalanche.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AVALANCHE · PRONTO PER MAINNET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Avalanche è essenziale, non decorativa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664208"/>
            <a:ext cx="420624" cy="420624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088" y="1777776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6642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essenziale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21284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 SONO il contratto: ognuno può verificare il proprio accredito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chiuso e scadenza applicati dal codice, non da un amministratore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non può promettere ciò che il contratto rifiuterebbe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63440" y="150876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DED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664208"/>
            <a:ext cx="420624" cy="420624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888" y="1777776"/>
            <a:ext cx="193487" cy="1934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6642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per mainnet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212848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chiuso = niente mercato secondario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Emissione solo con ruolo autorizzato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personale sulla catena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test automatici sui tre contratti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767328"/>
            <a:ext cx="8046720" cy="804672"/>
          </a:xfrm>
          <a:prstGeom prst="roundRect">
            <a:avLst>
              <a:gd name="adj" fmla="val 9091"/>
            </a:avLst>
          </a:prstGeom>
          <a:solidFill>
            <a:srgbClr val="1C1B19"/>
          </a:solidFill>
          <a:ln w="12700">
            <a:solidFill>
              <a:srgbClr val="1C1B1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77240" y="37673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B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4050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606040" y="376732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Avalanche dedicata (L1)</a:t>
            </a:r>
            <a:pPr indent="0" marL="0">
              <a:buNone/>
            </a:pPr>
            <a:r>
              <a:rPr lang="en-US" sz="1300" dirty="0">
                <a:solidFill>
                  <a:srgbClr val="E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il network della cooperativa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05079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0" y="376732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Saldi cifrati</a:t>
            </a:r>
            <a:pPr indent="0" marL="0">
              <a:buNone/>
            </a:pPr>
            <a:r>
              <a:rPr lang="en-US" sz="1300" dirty="0">
                <a:solidFill>
                  <a:srgbClr val="E9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eERC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 · B-Chainers Labs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27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 la demo dal vivo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6936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61288" y="1627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PUBBLICO</a:t>
            </a:r>
            <a:endParaRPr lang="en-US" sz="900" dirty="0"/>
          </a:p>
        </p:txBody>
      </p:sp>
      <p:sp>
        <p:nvSpPr>
          <p:cNvPr id="10" name="Text 6">
            <a:hlinkClick r:id="rId2" tooltip=""/>
          </p:cNvPr>
          <p:cNvSpPr txBox="1"/>
          <p:nvPr/>
        </p:nvSpPr>
        <p:spPr>
          <a:xfrm>
            <a:off x="1161288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github.com/SimoneLazzari-DN/dwc-avalanche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82092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61288" y="2679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61288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B-Chainers Labs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DreamNet Soc. Coop.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161288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Simone Lazzari · www.dream-net.it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0" y="155448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E84142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4800600" y="1719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 SU FUJI · C-CHAIN · CHAIN ID 43113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 DA INSERIRE DOPO LA PUBBLICAZIONE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834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DWCToken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2834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0x…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3310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WelfareRules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0" y="3310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0x…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3785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B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WelfareMarketplace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37856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DWC — il welfare della cooperativa, con le regole su Avalanche</dc:title>
  <dc:subject>PptxGenJS Presentation</dc:subject>
  <dc:creator>Simone Lazzari — B-Chainers Labs</dc:creator>
  <cp:lastModifiedBy>Simone Lazzari — B-Chainers Labs</cp:lastModifiedBy>
  <cp:revision>1</cp:revision>
  <dcterms:created xsi:type="dcterms:W3CDTF">2026-09-19T09:48:03Z</dcterms:created>
  <dcterms:modified xsi:type="dcterms:W3CDTF">2026-09-19T09:48:03Z</dcterms:modified>
</cp:coreProperties>
</file>